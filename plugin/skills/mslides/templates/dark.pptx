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E8EAED"/>
      </a:dk1>
      <a:lt1>
        <a:srgbClr val="1B1F24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